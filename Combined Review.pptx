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System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ER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Frontend &amp; Backend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(70%), Screenshots &amp; 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 &amp; authentication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feature: [add/search/manage records]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via REST APIs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&amp; sort functionality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/ status updates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response &lt; 2 seconds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handle concurrent users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JWT auth, password hashing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responsive, mobile-friendly UI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&amp; reliable data storage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modular MERN codebase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Redux/Context,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Axios, Tailwind/CSS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Middleware, JWT Auth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&amp; Schemas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 requests flow from the client, through Express REST endpoints, to MongoDB — with JSON responses returned along the same path.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this slide with your own architecture diagram (draw.io / Lucidchart export) showing your project's specific components, external APIs, and deployment setup.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Use Case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(actors ↔ system use cases)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actors (Admin, User, etc.)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each actor's use cases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include / extend relationships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to system-level interactions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 image and paste here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ER Diagram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(entities, attributes &amp; relationships)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entities and attributes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primary &amp; foreign keys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relationships (1:1, 1:N, N:N)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actual MongoDB collections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embedded vs. referenced docs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login &amp; role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Signup, Login, JWT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Module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[Project-specific main feature]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View,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Module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[Project-specific supporting feature]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Filter,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 &amp;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Approve, Delete,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 &amp; status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In-app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bcrypt (auth/security)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(version control)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npm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wireframes / mockups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key application screens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key screen wireframes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Login/Signup, Dashboard, Core screens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responsive breakpoints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design tool used (Figma, etc.)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real wireframe images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React.js using functional components &amp; hooks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structure: Navbar, Forms, Cards, Tables, Modals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via Context API / Redux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implemented with React Router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used to consume backend REST APIs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styled with [Tailwind / Bootstrap / CSS Modules]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list the actual pages/components completed so far, e.g. Login, Dashboard, Profile, Item List.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server with modular route structure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pattern: separate routes, controllers &amp; models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middleware using JWT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&amp; centralized error handling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 (.env, dotenv)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tested locally with Postman before integration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mention specific middleware, validation library, or error-handling strategy you used.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/ local MongoDB used as the data store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 defined for each collection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modeled via referencing / embedding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added for frequently queried fields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connected end-to-end with the backend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seeded for testing during development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name your actual collections (e.g. Users, Products, Orders) here.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new 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&amp; issue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all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/api/items/:id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an existing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/api/items/:id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(Core Screens)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274320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Login / Signup Page screenshot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Dashboard screenshot 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Core Feature Screen screenshot 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Admin Panel screenshot 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 errors during API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Configured CORS middleware in Express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token expiry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refresh-token / re-login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sync between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Context API for shared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query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MongoDB indexes on 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Admin Module: analytics dashboard &amp; reports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Notification Module (email / in-app alerts)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integration &amp; user-acceptance testing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UI polish, accessibility &amp; responsiveness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application (Render/Vercel/Netlify + MongoDB Atlas)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final documentation &amp; demo for final review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Express, React, Node.js —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/ journal papers cited in the literature survey (Review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textbooks / course material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third-party APIs or libraries used in the 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